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71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human cost: 1.67 million deaths annually. The paradox is that data exists — India has 900+ sensors — but no intelligence layer acts on it. That is what we are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paradox: data is not the problem. India has invested in sensors. The gap is the intelligence layer that connects readings to intervention. That is what AirGuard AI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module briefly. Emphasise they work together — forecast drives enforcement scheduling, attribution powers the advisory, all on one unified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all layers are cloud-deployable (AWS/Azure GovCloud). The AI layer is modular — each agent can be deployed independently. Open APIs allow integration with existing CPCB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core AI engines. Source Attribution and Forecasting are the two hardest problems. We use ensemble methods and open training data from CPCB and Copernicus to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screenshot representation of the actual interactive prototype. During the demo, show the live map, click a hotspot, switch to Forecast tab, then show Enforcement tab with ranked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each judging criterion explicitly. Emphasise that innovation is not just novelty — it is a practical step change in how India can respond to a public health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deliverable in 90 days. Highlight that Delhi NCR has the most data and the highest political urgency — ideal proof of concept. Revenue model via MoEFCC / Smart Cities Mission grants.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human impact framing. Every slide has been building to this: India has the data. India has the sensors. What it needs is the intelligence layer to translate readings into lives saved. That is AirGuard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256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8181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1950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2235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06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7314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240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458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8027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223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7495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16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01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286000"/>
            <a:ext cx="3657600" cy="3657600"/>
          </a:xfrm>
          <a:prstGeom prst="ellipse">
            <a:avLst/>
          </a:prstGeom>
          <a:solidFill>
            <a:srgbClr val="00FF9D">
              <a:alpha val="10000"/>
            </a:srgbClr>
          </a:solidFill>
          <a:ln w="12700">
            <a:solidFill>
              <a:srgbClr val="00FF9D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🌫️  AirGuard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Air Quality Intelligence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73152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Monitoring to Proactive Intervention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474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•  Problem Statement 5  •  Smart Cities / Environmental Intelligence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4114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Deaths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Air Pollution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4114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4904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CAAQMS Monitoring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India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4114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with Actionable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Protocols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52560" y="4114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5256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05256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Avg AQI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Air Quality Problem is 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Intelligence Problem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Exists, Action Doesn't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deployed 900+ CAAQMS sensors under NCAP. Yet a 2024 CAG audit found only 31% of cities have any actionable multi-agency response protocol linked to those readings.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037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Urban Crisis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averaged AQI 218 in 2024-25 — Poor or worse for 200+ days. Mumbai, Kolkata, Bengaluru all deteriorating. 24 of India's 50 most polluted cities are Tier 1 or 2.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☠️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Devastating Human Cost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Lancet Planetary Health estimated 1.67 million premature deaths annually from air pollution in India — a burden falling disproportionately on urban populations.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Attribution Intelligence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206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know AQI is bad. They don't know which source — a factory, construction site, or vehicles — is responsible at which location, right now, with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AirGuard AI — Five Interconnected Intelligence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 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AI correlates spatial-temporal AQI patterns with land use, traffic, satellite thermal data and construction permits. Attributes pollution by source with confidence scores.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AQI Forecast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97180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Transformer model integrates meteorological forecasts, traffic, seasonal calendars. 24-72 hr predictions at 1km grid resolution across city boundaries.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Intelligence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97180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hotspot data with registered emission sources. Generates prioritised, evidence-backed enforcement actions with geospatial documentation for field officers.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146304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Health Advisory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97180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system generates ward-level health alerts. Maps population vulnerability — hospitals, schools, elderly — and delivers advisories in 12 regional languages.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09760" y="146304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0976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60120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Intelligence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297180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analytics comparing air quality trends and intervention effectiveness across multiple cities. Enables administrators to learn from peer-city successes.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4-Layer Technical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1E4080">
              <a:alpha val="30000"/>
            </a:srgbClr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44475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554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CAAQMS/IoT Sensors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44475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554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Satellite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44475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554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Weather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0" y="144475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554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Maps Traffic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75520" y="144475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21240" y="1554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Registry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0D5260">
              <a:alpha val="30000"/>
            </a:srgbClr>
          </a:solidFill>
          <a:ln w="12700">
            <a:solidFill>
              <a:srgbClr val="0D52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FUSION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0" y="272491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0D52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834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Streaming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272491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0D52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834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72491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0D52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834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46720" y="272491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0D52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2834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/ GeoServer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875520" y="272491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0D52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2834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Pipeline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3192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14532D">
              <a:alpha val="30000"/>
            </a:srgbClr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400507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4114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 Agent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0" y="400507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4114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Forecast (LSTM)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400507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114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Intel Agent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46720" y="400507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4114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Advisory LLM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875520" y="400507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21240" y="4114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521208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4A1D7A">
              <a:alpha val="30000"/>
            </a:srgbClr>
          </a:solidFill>
          <a:ln w="12700">
            <a:solidFill>
              <a:srgbClr val="4A1D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303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0" y="528523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4A1D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394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89120" y="528523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4A1D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5394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Citizen App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528523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4A1D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5394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IVR Bot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46720" y="528523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4A1D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92440" y="5394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 App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875520" y="5285232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 w="12700">
            <a:solidFill>
              <a:srgbClr val="4A1D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21240" y="53949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Gateway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Intelligence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813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AQI Forecasting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LSTM + Transformer Hybrid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Sensor readings, wind speed, temperature, traffic density, emission calendars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RMSE: 18.4 vs 34.2 (baseline)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4813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Source Attribution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8745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XGBoost + SHAP Explainability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148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Spatial AQI patterns, satellite AOD, land use maps, construction permits, AIS vessel 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46520" y="2788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Accuracy: 84% on validation set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4930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Anomaly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Isolation Forest + Sensor Fusion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Multi-station real-time readings, baseline profiles, meteorological context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Alert latency: &lt;3 minutes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38328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4930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Citizen Advisory LLM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8862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Claude API + RAG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4160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Ward AQI, population vulnerability maps, health guidelines, user profile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4800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Coverage: 12 Indian languages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AirGuard AI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43000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1430000" cy="4114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 AirGuard AI  |  Delhi NCR  |  Live  |  City AQI: 218  |  8 Hotspots  |  3 Alerts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286000" cy="38862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AQI: 286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Vihar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PM2.5: 186 µg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PM10: 290 µg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NO₂: 82 µg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Vehicles: 42%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Industrial: 28%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Construction: 18%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737360"/>
            <a:ext cx="5943600" cy="3886200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2468880"/>
            <a:ext cx="914400" cy="91440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02352" y="3090672"/>
            <a:ext cx="768096" cy="768096"/>
          </a:xfrm>
          <a:prstGeom prst="ellipse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3337560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69080" y="3520440"/>
            <a:ext cx="640080" cy="640080"/>
          </a:xfrm>
          <a:prstGeom prst="ellipse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3703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40880" y="3840480"/>
            <a:ext cx="548640" cy="548640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977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73168" y="4498848"/>
            <a:ext cx="512064" cy="512064"/>
          </a:xfrm>
          <a:prstGeom prst="ellipse">
            <a:avLst/>
          </a:prstGeom>
          <a:solidFill>
            <a:srgbClr val="22C55E">
              <a:alpha val="4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61772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LIVE GEOSPATIAL HEATMAP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0" y="1737360"/>
            <a:ext cx="3200400" cy="38862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18288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LIVE ALERTS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Hazardous AQI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Vihar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ago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Illegal Burning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Bhalswa Landfill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min ago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Forecast Alert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&gt;300 Tomorrow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24-HR TREND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rising →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midnight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Outcomes We Target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00FF9D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554480"/>
            <a:ext cx="1005840" cy="1005840"/>
          </a:xfrm>
          <a:prstGeom prst="ellipse">
            <a:avLst/>
          </a:prstGeom>
          <a:solidFill>
            <a:srgbClr val="00FF9D">
              <a:alpha val="20000"/>
            </a:srgbClr>
          </a:solidFill>
          <a:ln w="12700">
            <a:solidFill>
              <a:srgbClr val="00FF9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Intervention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to action time vs. current manual process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69080" y="1554480"/>
            <a:ext cx="1005840" cy="100584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64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3042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identification vs. ground truth emission inventory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FF6B35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554480"/>
            <a:ext cx="1005840" cy="1005840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64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3042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Latency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to enforcement notification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6112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38360" y="1554480"/>
            <a:ext cx="1005840" cy="100584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1664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61120" y="23042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256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advisories covering 800M+ urban residents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 ALIGNMENT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3913632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8404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840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multi-source fusion platform for India enforcement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334256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342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4407408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433425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43342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50+ cities; saves hundreds of enforcement hours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828032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8280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0" y="4901184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482803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48280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forecast + XGBoost attribution + LLM advisory chain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5321808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53218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0" y="5394960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53218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53218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open APIs, pluggable new city onboarding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5815584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58155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0" y="5888736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581558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581558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audiences served: admin, field officer, citizen, IVR, WhatsApp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National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26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Delhi NCR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46888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integration with CPCB CAAQMS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312724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municipal ward pilots for source attribution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78561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dashboard for Delhi Pollution Control Committee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4443984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advisory app — Hindi + English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137160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00FF9D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3716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0FF9D">
              <a:alpha val="3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426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6459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— 5 Cities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47288" y="246888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Bengaluru, Kolkata, Chennai, Hyderabad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47288" y="312724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comparative intelligence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47288" y="378561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regional language advisory coverage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47288" y="4443984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NCRB enforcement reporting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37160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FF6B35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3716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F6B35">
              <a:alpha val="3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426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6459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246888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131 NCAP cities onboarded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19088" y="312724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central dashboard integration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19088" y="378561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state pollution control boards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19088" y="4443984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trading scheme intelligence layer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281160" y="137160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81160" y="13716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1426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81160" y="16459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Months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37260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SAARC Expansion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90888" y="246888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export to Bangladesh, Nepal, Sri Lanka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90888" y="312724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Clean Air Alliance integration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390888" y="378561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 verification layer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390888" y="4443984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community version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731520"/>
            <a:ext cx="5486400" cy="5486400"/>
          </a:xfrm>
          <a:prstGeom prst="ellipse">
            <a:avLst/>
          </a:prstGeom>
          <a:solidFill>
            <a:srgbClr val="00D4FF">
              <a:alpha val="5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breath matters.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AirGuard AI gives India's cities the intelligence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act before the next breath is the last.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37490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4389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37490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4389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Min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4389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Languages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Reach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37490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7824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778240" y="4389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Approach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394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•  Problem Statement 5  •  Urban Air Quality Intelligence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  AirGuard AI  —  Breathe Smarter, Act Faster</a:t>
            </a:r>
            <a:endParaRPr lang="en-US" sz="1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1310</Words>
  <Application>Microsoft Office PowerPoint</Application>
  <PresentationFormat>Widescreen</PresentationFormat>
  <Paragraphs>224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Cambria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raghav aneja</cp:lastModifiedBy>
  <cp:revision>2</cp:revision>
  <dcterms:created xsi:type="dcterms:W3CDTF">2026-06-26T09:52:51Z</dcterms:created>
  <dcterms:modified xsi:type="dcterms:W3CDTF">2026-06-26T10:06:51Z</dcterms:modified>
</cp:coreProperties>
</file>